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6"/>
  </p:normalViewPr>
  <p:slideViewPr>
    <p:cSldViewPr snapToGrid="0">
      <p:cViewPr varScale="1">
        <p:scale>
          <a:sx n="91" d="100"/>
          <a:sy n="91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14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58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09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88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5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3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56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47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18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01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16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10/20/26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74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0823E3-13F2-4035-8C1F-45FEB1F64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8E63EA-8B36-F5A3-2EE9-C9D0FED05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200150"/>
            <a:ext cx="4641364" cy="3303196"/>
          </a:xfrm>
        </p:spPr>
        <p:txBody>
          <a:bodyPr>
            <a:normAutofit/>
          </a:bodyPr>
          <a:lstStyle/>
          <a:p>
            <a:r>
              <a:rPr lang="en-US" dirty="0"/>
              <a:t>Juvenile Delinquency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49174-719C-9793-2804-AE251CE0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733925"/>
            <a:ext cx="4641364" cy="1394594"/>
          </a:xfrm>
        </p:spPr>
        <p:txBody>
          <a:bodyPr anchor="ctr">
            <a:norm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7B64A8-8C46-0BF9-67C5-758EAF5DEE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151" b="-1"/>
          <a:stretch>
            <a:fillRect/>
          </a:stretch>
        </p:blipFill>
        <p:spPr>
          <a:xfrm>
            <a:off x="5646306" y="-1"/>
            <a:ext cx="6545695" cy="5728140"/>
          </a:xfrm>
          <a:custGeom>
            <a:avLst/>
            <a:gdLst/>
            <a:ahLst/>
            <a:cxnLst/>
            <a:rect l="l" t="t" r="r" b="b"/>
            <a:pathLst>
              <a:path w="6545695" h="5728140">
                <a:moveTo>
                  <a:pt x="2616380" y="4466221"/>
                </a:moveTo>
                <a:cubicBezTo>
                  <a:pt x="2911523" y="4466221"/>
                  <a:pt x="3150783" y="4705481"/>
                  <a:pt x="3150783" y="5000624"/>
                </a:cubicBezTo>
                <a:cubicBezTo>
                  <a:pt x="3150783" y="5295767"/>
                  <a:pt x="2911523" y="5535027"/>
                  <a:pt x="2616380" y="5535027"/>
                </a:cubicBezTo>
                <a:cubicBezTo>
                  <a:pt x="2321237" y="5535027"/>
                  <a:pt x="2081977" y="5295767"/>
                  <a:pt x="2081977" y="5000624"/>
                </a:cubicBezTo>
                <a:cubicBezTo>
                  <a:pt x="2081977" y="4705481"/>
                  <a:pt x="2321237" y="4466221"/>
                  <a:pt x="2616380" y="4466221"/>
                </a:cubicBezTo>
                <a:close/>
                <a:moveTo>
                  <a:pt x="6508555" y="4438651"/>
                </a:moveTo>
                <a:lnTo>
                  <a:pt x="6545695" y="4442395"/>
                </a:lnTo>
                <a:lnTo>
                  <a:pt x="6545695" y="5722287"/>
                </a:lnTo>
                <a:lnTo>
                  <a:pt x="6508555" y="5726031"/>
                </a:lnTo>
                <a:cubicBezTo>
                  <a:pt x="6153055" y="5726031"/>
                  <a:pt x="5864865" y="5437841"/>
                  <a:pt x="5864865" y="5082341"/>
                </a:cubicBezTo>
                <a:cubicBezTo>
                  <a:pt x="5864865" y="4726841"/>
                  <a:pt x="6153055" y="4438651"/>
                  <a:pt x="6508555" y="4438651"/>
                </a:cubicBezTo>
                <a:close/>
                <a:moveTo>
                  <a:pt x="643690" y="1908009"/>
                </a:moveTo>
                <a:cubicBezTo>
                  <a:pt x="999190" y="1908009"/>
                  <a:pt x="1287380" y="2196199"/>
                  <a:pt x="1287380" y="2551699"/>
                </a:cubicBezTo>
                <a:cubicBezTo>
                  <a:pt x="1287380" y="2907199"/>
                  <a:pt x="999190" y="3195389"/>
                  <a:pt x="643690" y="3195389"/>
                </a:cubicBezTo>
                <a:cubicBezTo>
                  <a:pt x="288190" y="3195389"/>
                  <a:pt x="0" y="2907199"/>
                  <a:pt x="0" y="2551699"/>
                </a:cubicBezTo>
                <a:cubicBezTo>
                  <a:pt x="0" y="2196199"/>
                  <a:pt x="288190" y="1908009"/>
                  <a:pt x="643690" y="1908009"/>
                </a:cubicBezTo>
                <a:close/>
                <a:moveTo>
                  <a:pt x="1343438" y="0"/>
                </a:moveTo>
                <a:lnTo>
                  <a:pt x="6545695" y="0"/>
                </a:lnTo>
                <a:lnTo>
                  <a:pt x="6545695" y="4185665"/>
                </a:lnTo>
                <a:lnTo>
                  <a:pt x="6503949" y="4173249"/>
                </a:lnTo>
                <a:cubicBezTo>
                  <a:pt x="6330657" y="4128375"/>
                  <a:pt x="6087455" y="4102583"/>
                  <a:pt x="5901261" y="4231782"/>
                </a:cubicBezTo>
                <a:cubicBezTo>
                  <a:pt x="5519369" y="4496370"/>
                  <a:pt x="5772178" y="5031067"/>
                  <a:pt x="5381804" y="5422715"/>
                </a:cubicBezTo>
                <a:cubicBezTo>
                  <a:pt x="5104996" y="5700294"/>
                  <a:pt x="4600596" y="5805476"/>
                  <a:pt x="4233669" y="5668063"/>
                </a:cubicBezTo>
                <a:cubicBezTo>
                  <a:pt x="3653192" y="5450674"/>
                  <a:pt x="3784943" y="4763675"/>
                  <a:pt x="3129895" y="4450477"/>
                </a:cubicBezTo>
                <a:cubicBezTo>
                  <a:pt x="2672003" y="4231446"/>
                  <a:pt x="2178033" y="4362192"/>
                  <a:pt x="2137775" y="4373601"/>
                </a:cubicBezTo>
                <a:cubicBezTo>
                  <a:pt x="1564921" y="4533740"/>
                  <a:pt x="1470666" y="5034694"/>
                  <a:pt x="971838" y="5025154"/>
                </a:cubicBezTo>
                <a:cubicBezTo>
                  <a:pt x="866310" y="5023179"/>
                  <a:pt x="525091" y="5016610"/>
                  <a:pt x="302276" y="4795749"/>
                </a:cubicBezTo>
                <a:lnTo>
                  <a:pt x="302958" y="4795228"/>
                </a:lnTo>
                <a:cubicBezTo>
                  <a:pt x="269893" y="4762453"/>
                  <a:pt x="240673" y="4726135"/>
                  <a:pt x="215714" y="4686858"/>
                </a:cubicBezTo>
                <a:cubicBezTo>
                  <a:pt x="37179" y="4405379"/>
                  <a:pt x="83908" y="3985942"/>
                  <a:pt x="297529" y="3752971"/>
                </a:cubicBezTo>
                <a:cubicBezTo>
                  <a:pt x="585181" y="3439442"/>
                  <a:pt x="966965" y="3689936"/>
                  <a:pt x="1431505" y="3365135"/>
                </a:cubicBezTo>
                <a:cubicBezTo>
                  <a:pt x="1675458" y="3194556"/>
                  <a:pt x="1971184" y="2832930"/>
                  <a:pt x="1937587" y="2478917"/>
                </a:cubicBezTo>
                <a:cubicBezTo>
                  <a:pt x="1881332" y="1886418"/>
                  <a:pt x="952691" y="1868869"/>
                  <a:pt x="796634" y="1179326"/>
                </a:cubicBezTo>
                <a:cubicBezTo>
                  <a:pt x="712321" y="804978"/>
                  <a:pt x="879884" y="345043"/>
                  <a:pt x="1168762" y="107990"/>
                </a:cubicBezTo>
                <a:cubicBezTo>
                  <a:pt x="1224164" y="62588"/>
                  <a:pt x="1280383" y="28334"/>
                  <a:pt x="1337047" y="246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4047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5AE3-041D-8A8C-6A8D-2EC9DC8A7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3A793-7CC1-95A2-951F-B96120F55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88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A1786-99C7-088A-0194-0ADF55CD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B7819-9311-9B8E-E88D-2ACEA8B6F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40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B480C-B67E-C7AC-CA07-C2D12054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B5991-9569-491A-47E0-99A36AB6D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82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93D89-4B98-62B4-1A63-272AEA2EF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F733F-151A-DA9E-4682-80ED509A6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79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2BD3-5B87-79F8-063C-910BC52B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Preventative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72271-42F0-06BD-AF08-94C643713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69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AFE4-F8DF-0B56-6697-C3AA0A3A0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Intervention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5A17E-64FF-3884-0DB3-576B23AD1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57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5B807-4E8B-2636-E302-4E2F402E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Increased Enforcement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F1D80-18DC-C1F3-DF08-B360CA138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26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438CF-F6BE-385F-8E39-65C3AF5B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9EAD0-E88E-675F-5BE4-820D74B32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52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C66D6-E8FD-63C3-C873-D9C89A117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Thoughts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6E1BD-47B6-C783-9FB6-C8784D5D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76483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</Words>
  <Application>Microsoft Macintosh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Avenir Next LT Pro</vt:lpstr>
      <vt:lpstr>Posterama</vt:lpstr>
      <vt:lpstr>SplashVTI</vt:lpstr>
      <vt:lpstr>Juvenile Delinquency</vt:lpstr>
      <vt:lpstr>Introduction</vt:lpstr>
      <vt:lpstr>System Dynamics</vt:lpstr>
      <vt:lpstr>Model</vt:lpstr>
      <vt:lpstr>General Results</vt:lpstr>
      <vt:lpstr>Preventative Measures</vt:lpstr>
      <vt:lpstr>Early Intervention</vt:lpstr>
      <vt:lpstr>Increased Enforcement</vt:lpstr>
      <vt:lpstr>Ethical Considerations</vt:lpstr>
      <vt:lpstr>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 Pittman</dc:creator>
  <cp:lastModifiedBy>Mary Pittman</cp:lastModifiedBy>
  <cp:revision>2</cp:revision>
  <dcterms:created xsi:type="dcterms:W3CDTF">2026-10-20T17:29:25Z</dcterms:created>
  <dcterms:modified xsi:type="dcterms:W3CDTF">2026-10-20T17:34:25Z</dcterms:modified>
</cp:coreProperties>
</file>